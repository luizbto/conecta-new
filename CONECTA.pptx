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B8C88B-7A11-2ACE-6BE7-E3C3B9FD5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EE5875-6CFF-84D7-4FC7-ABCBC1649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2A644B-0FD7-3B2B-05F2-D83B6FA1B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8707-A59D-4270-9628-6ED96DA9A5F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36502E-47BD-46F3-1BEB-59BD11EE7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E34674-154C-94AB-5C13-1BC133D0E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FFAD-09E9-40C2-B570-FB31FB5CF7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1213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2991A-BBC7-5EB5-3F27-6EEE73775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2CB1AE-A747-D4A7-7801-F3471294D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4C3EAA-5161-61EE-A98F-BA817366C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8707-A59D-4270-9628-6ED96DA9A5F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CEB20C-B8AE-3B92-4ED6-3553AD437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6A30ED-20EE-7537-5863-E71C27C5F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FFAD-09E9-40C2-B570-FB31FB5CF7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3178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43332-0A37-AABF-C26A-44C9BFB99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CDEE5D-AB00-74D8-F9F7-35438CB28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ADFF64-3C9D-283B-1F98-D020145D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8707-A59D-4270-9628-6ED96DA9A5F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EC2F59-B6E1-40D0-7CDD-F56BF7131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F9E4D2-D43A-E2AD-E7CA-4B2F215BF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FFAD-09E9-40C2-B570-FB31FB5CF7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8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AC03D1-8A46-01B3-E7CB-CCA62DE48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80FDB6-D19B-B338-AA3A-A8DCF4F29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9E4BAF-F6D1-F93C-E319-9C4123EC8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1BF029A-401C-FB95-D8CE-94EC6395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8707-A59D-4270-9628-6ED96DA9A5F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1CCAC9-EC18-5EC8-81ED-44ECB194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1A9E10-B2DB-2215-120D-E7C8A735A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FFAD-09E9-40C2-B570-FB31FB5CF7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5441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666169-76E6-5A8D-4BFF-EFE6394E7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83E77C-609A-E382-8480-69764C7CE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C3F839-85C9-18CE-9F0C-A5EEDC013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30C1C17-8A46-A88B-0051-9444F8B382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66C92CB-73B2-0403-FED7-A4E7EE9DF8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9B75064-227B-D1E3-25E9-E10DE6C5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8707-A59D-4270-9628-6ED96DA9A5F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8BE6F73-DDEB-53A0-0D7F-DF80328B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5178CDD-5547-1EFD-CE79-24016A3DB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FFAD-09E9-40C2-B570-FB31FB5CF7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8048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51998A-9610-08DF-C754-ECBE54188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7DF97BC-7DB7-7367-FABA-9BAECD92C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8707-A59D-4270-9628-6ED96DA9A5F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E8AEF04-7F5A-5B4B-3973-C5D7A3A6E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CCE63FB-E9BE-098D-75BC-8EE1C6162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FFAD-09E9-40C2-B570-FB31FB5CF7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046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D8592C7-1E85-7ACF-4BAE-354EC9C31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8707-A59D-4270-9628-6ED96DA9A5F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1CAC458-E816-7727-305A-61E8539BB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CEF3B9-2AA8-3460-C202-52C28510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FFAD-09E9-40C2-B570-FB31FB5CF7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0681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B184A8-1415-7DF6-69FA-D394C0220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F37D48-84B8-561E-EFA7-C723C995A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84A365-8281-C582-50CD-A567DCB07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21AE9A-A260-B069-B556-0F7AC5CB4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8707-A59D-4270-9628-6ED96DA9A5F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E6D0A9-15BB-7B6D-9923-7DBE11845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2E985F-8ABB-5BA6-FECA-7BD7D2E0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FFAD-09E9-40C2-B570-FB31FB5CF7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5896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F4BBB-76F7-588B-D7C1-FD1FCDFED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D5FF15-326A-141C-4510-8DFBDED88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CB9301-7923-D8E7-639A-19B176529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1F63E3-D731-C232-B7E6-10DC3AC02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8707-A59D-4270-9628-6ED96DA9A5F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273F627-7CBC-4BC1-7165-27AC1E827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9B0344-0B06-165A-7911-D7E92B5A7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FFAD-09E9-40C2-B570-FB31FB5CF7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007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C5E93B-67F1-C585-7736-72EA76CA7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5903AE4-8AC6-5FEA-D26E-1D8532712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7F35A1-FDE8-003B-5F7D-0440D662C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8707-A59D-4270-9628-6ED96DA9A5F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5F86B7-E584-3B96-6BE2-B929E34D1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49A7-9DAF-6D64-7B60-C8F7DEABA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FFAD-09E9-40C2-B570-FB31FB5CF7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2223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9F6B21-8B6A-A4EF-689B-46DD9CFFE3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76DC3F-50E7-3428-03FE-00CA6E13C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674043-1B1C-B54E-2088-4F59D4714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8707-A59D-4270-9628-6ED96DA9A5F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AF4C7D-E18A-5710-E743-DF96578FF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ECE82C-FF15-E844-5966-11F5F3AFD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2FFAD-09E9-40C2-B570-FB31FB5CF7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9356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7EEE0CA-8766-F88F-F86B-BCA8A1D86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28BE19-5958-DD1A-42AF-7C12A2943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ABD428-D24D-8F7E-0E57-8C7E1B412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B58707-A59D-4270-9628-6ED96DA9A5F3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6FF65F-8626-5703-5C95-6F2C35DDF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BF21EC-5C83-2ED4-6E3B-C1BEBAD4E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E2FFAD-09E9-40C2-B570-FB31FB5CF7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1090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938B5-DD9C-A74F-0C88-5F3AF4183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4629" y="-379866"/>
            <a:ext cx="9144000" cy="2387600"/>
          </a:xfrm>
        </p:spPr>
        <p:txBody>
          <a:bodyPr/>
          <a:lstStyle/>
          <a:p>
            <a:r>
              <a:rPr lang="pt-BR" dirty="0">
                <a:latin typeface="Algerian" panose="04020705040A02060702" pitchFamily="82" charset="0"/>
              </a:rPr>
              <a:t>CONECTA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19724C-244E-1456-3B6A-B911BECCF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1342" y="3656466"/>
            <a:ext cx="9622971" cy="2602819"/>
          </a:xfrm>
        </p:spPr>
        <p:txBody>
          <a:bodyPr>
            <a:normAutofit/>
          </a:bodyPr>
          <a:lstStyle/>
          <a:p>
            <a:r>
              <a:rPr lang="pt-BR" dirty="0"/>
              <a:t>Participantes:</a:t>
            </a:r>
          </a:p>
          <a:p>
            <a:r>
              <a:rPr lang="pt-BR" dirty="0"/>
              <a:t>Gabriel Nakamura Ramos – 202302381286</a:t>
            </a:r>
          </a:p>
          <a:p>
            <a:r>
              <a:rPr lang="pt-BR" dirty="0"/>
              <a:t>Luiz Alberto da Silva Junior – 202302423108</a:t>
            </a:r>
          </a:p>
          <a:p>
            <a:endParaRPr lang="pt-BR" dirty="0"/>
          </a:p>
          <a:p>
            <a:r>
              <a:rPr lang="pt-BR" dirty="0"/>
              <a:t>Orientador: Prof. Luiz Gustavo </a:t>
            </a:r>
            <a:r>
              <a:rPr lang="pt-BR" dirty="0" err="1"/>
              <a:t>Turatti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488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99F46B-7468-522C-CEC9-4EBC68C40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INDICE</a:t>
            </a:r>
            <a:r>
              <a:rPr lang="pt-BR" dirty="0"/>
              <a:t>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550FF2-20CA-EB49-846E-C435AB45E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Cronograma ...................................................................... 3</a:t>
            </a:r>
          </a:p>
          <a:p>
            <a:r>
              <a:rPr lang="pt-BR" dirty="0"/>
              <a:t>Objetivo .............................................................................4</a:t>
            </a:r>
          </a:p>
          <a:p>
            <a:r>
              <a:rPr lang="pt-BR" dirty="0"/>
              <a:t>Telas do Aplicativo ..............................................................5</a:t>
            </a:r>
          </a:p>
        </p:txBody>
      </p:sp>
    </p:spTree>
    <p:extLst>
      <p:ext uri="{BB962C8B-B14F-4D97-AF65-F5344CB8AC3E}">
        <p14:creationId xmlns:p14="http://schemas.microsoft.com/office/powerpoint/2010/main" val="3275238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3F065B-9392-FFF7-4E2B-6E0FFBF2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CRONOGRAMA: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5C6FDC-1704-1419-731B-D5A302E99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Agosto – Setembro: ideias iniciais do projeto, começamos a fazer a tela de login, tivemos muitos contratempos devido a tempo para realizar o projeto;</a:t>
            </a:r>
          </a:p>
          <a:p>
            <a:r>
              <a:rPr lang="pt-BR" dirty="0"/>
              <a:t>Setembro – Trabalhamos com o banco de dados, e com a verificação em duas etapas da página inicial;</a:t>
            </a:r>
          </a:p>
          <a:p>
            <a:r>
              <a:rPr lang="pt-BR" dirty="0"/>
              <a:t>Outubro – Finalização de alguns erros e configurações;</a:t>
            </a:r>
          </a:p>
          <a:p>
            <a:r>
              <a:rPr lang="pt-BR" dirty="0"/>
              <a:t>Novembro – Apresentação final do projeto.</a:t>
            </a:r>
          </a:p>
        </p:txBody>
      </p:sp>
    </p:spTree>
    <p:extLst>
      <p:ext uri="{BB962C8B-B14F-4D97-AF65-F5344CB8AC3E}">
        <p14:creationId xmlns:p14="http://schemas.microsoft.com/office/powerpoint/2010/main" val="1209720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78257-89B2-8C1F-37B7-B59AC6E4F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OBJETIVO: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BEBFCD-1669-DEAF-9293-27FA1B8A8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CONECTA tem como objetivo fazer com que no </a:t>
            </a:r>
            <a:r>
              <a:rPr lang="pt-BR" dirty="0" err="1"/>
              <a:t>Kumon</a:t>
            </a:r>
            <a:r>
              <a:rPr lang="pt-BR" dirty="0"/>
              <a:t>, facilite o trabalho dos profissionais, onde que alunos possam postar suas tarefas e dúvidas nas tarefas de casa, onde que o pessoal possa ajuda-los tanto nas tarefas, quanto em conteúdos para as provas escolares. Tendo também como objetivo ajudar os pais para que os filhos possam melhorar as notas na escola.</a:t>
            </a:r>
          </a:p>
        </p:txBody>
      </p:sp>
    </p:spTree>
    <p:extLst>
      <p:ext uri="{BB962C8B-B14F-4D97-AF65-F5344CB8AC3E}">
        <p14:creationId xmlns:p14="http://schemas.microsoft.com/office/powerpoint/2010/main" val="2057156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F7B9026-36AD-42E4-B172-8D68F3A33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ACA2046A-D105-C6CD-7AC8-D36262E9C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79" r="-1" b="7890"/>
          <a:stretch>
            <a:fillRect/>
          </a:stretch>
        </p:blipFill>
        <p:spPr>
          <a:xfrm>
            <a:off x="192528" y="171716"/>
            <a:ext cx="3793268" cy="6514565"/>
          </a:xfrm>
          <a:prstGeom prst="rect">
            <a:avLst/>
          </a:prstGeom>
        </p:spPr>
      </p:pic>
      <p:pic>
        <p:nvPicPr>
          <p:cNvPr id="7" name="Imagem 6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0359024D-468E-9274-E9FA-5513FE5CE8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21185"/>
          <a:stretch>
            <a:fillRect/>
          </a:stretch>
        </p:blipFill>
        <p:spPr>
          <a:xfrm>
            <a:off x="4184538" y="171716"/>
            <a:ext cx="3822924" cy="6514565"/>
          </a:xfrm>
          <a:prstGeom prst="rect">
            <a:avLst/>
          </a:prstGeom>
        </p:spPr>
      </p:pic>
      <p:pic>
        <p:nvPicPr>
          <p:cNvPr id="5" name="Imagem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BDBC5B8F-2C72-F4AC-6F7E-12E126950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90" r="-1" b="-1"/>
          <a:stretch>
            <a:fillRect/>
          </a:stretch>
        </p:blipFill>
        <p:spPr>
          <a:xfrm>
            <a:off x="8188032" y="171716"/>
            <a:ext cx="3799007" cy="651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771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BBF12CB4E1D7C4594F803BE5EFBD271" ma:contentTypeVersion="10" ma:contentTypeDescription="Crie um novo documento." ma:contentTypeScope="" ma:versionID="0c0274b2ca5f747e73d2290ef8360857">
  <xsd:schema xmlns:xsd="http://www.w3.org/2001/XMLSchema" xmlns:xs="http://www.w3.org/2001/XMLSchema" xmlns:p="http://schemas.microsoft.com/office/2006/metadata/properties" xmlns:ns3="3878bf7d-6f44-4637-a17d-b52a46ecd128" targetNamespace="http://schemas.microsoft.com/office/2006/metadata/properties" ma:root="true" ma:fieldsID="1d3e9e7240e3a58d3c071e7581ae2529" ns3:_="">
    <xsd:import namespace="3878bf7d-6f44-4637-a17d-b52a46ecd12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78bf7d-6f44-4637-a17d-b52a46ecd12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878bf7d-6f44-4637-a17d-b52a46ecd128" xsi:nil="true"/>
  </documentManagement>
</p:properties>
</file>

<file path=customXml/itemProps1.xml><?xml version="1.0" encoding="utf-8"?>
<ds:datastoreItem xmlns:ds="http://schemas.openxmlformats.org/officeDocument/2006/customXml" ds:itemID="{41BCAE44-31FC-42FF-8294-2D0DD8E8999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C0E8B0-3CD6-490C-B4B2-1D45B44560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78bf7d-6f44-4637-a17d-b52a46ecd1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84E82D-6AE1-4B82-8359-DA3DE46DF499}">
  <ds:schemaRefs>
    <ds:schemaRef ds:uri="http://purl.org/dc/terms/"/>
    <ds:schemaRef ds:uri="http://schemas.microsoft.com/office/infopath/2007/PartnerControls"/>
    <ds:schemaRef ds:uri="http://www.w3.org/XML/1998/namespace"/>
    <ds:schemaRef ds:uri="3878bf7d-6f44-4637-a17d-b52a46ecd128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170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Algerian</vt:lpstr>
      <vt:lpstr>Aptos</vt:lpstr>
      <vt:lpstr>Aptos Display</vt:lpstr>
      <vt:lpstr>Arial</vt:lpstr>
      <vt:lpstr>Tema do Office</vt:lpstr>
      <vt:lpstr>CONECTA</vt:lpstr>
      <vt:lpstr>INDICE:</vt:lpstr>
      <vt:lpstr>CRONOGRAMA:</vt:lpstr>
      <vt:lpstr>OBJETIVO: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Nakamura Ramos</dc:creator>
  <cp:lastModifiedBy>Luiz Alberto</cp:lastModifiedBy>
  <cp:revision>2</cp:revision>
  <dcterms:created xsi:type="dcterms:W3CDTF">2025-11-06T11:35:48Z</dcterms:created>
  <dcterms:modified xsi:type="dcterms:W3CDTF">2025-11-13T23:06:44Z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0x0101008BBF12CB4E1D7C4594F803BE5EFBD271</vt:lpwstr>
  </property>
</Properties>
</file>